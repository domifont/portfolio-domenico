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B36EB086-E26C-4A17-9627-8E43F9B38D6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project work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DC9DDBC-83EC-4A19-850A-C5688BB4B3A9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creato il: 01/04/2026 13:50:20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 criminalità" id="2" name="slide2">
            <a:extLst>
              <a:ext uri="{FF2B5EF4-FFF2-40B4-BE49-F238E27FC236}">
                <a16:creationId xmlns:a16="http://schemas.microsoft.com/office/drawing/2014/main" id="{35A36E79-5024-400A-A040-FA5F384000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0"/>
            <a:ext cx="9715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2026-04-01T11:50:20Z</dcterms:created>
  <dcterms:modified xsi:type="dcterms:W3CDTF">2026-04-01T11:50:20Z</dcterms:modified>
</cp:coreProperties>
</file>