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AB61B13-7A35-4201-81AB-A9159C97892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project work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0861DF1-6D91-4DE1-AD04-2992527E3AE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creato il: 01/04/2026 13:51:36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 economia" id="2" name="slide2">
            <a:extLst>
              <a:ext uri="{FF2B5EF4-FFF2-40B4-BE49-F238E27FC236}">
                <a16:creationId xmlns:a16="http://schemas.microsoft.com/office/drawing/2014/main" id="{B20AAE18-E609-4602-8AE0-A2DFDA2F2A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0"/>
            <a:ext cx="9715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2026-04-01T11:51:36Z</dcterms:created>
  <dcterms:modified xsi:type="dcterms:W3CDTF">2026-04-01T11:51:36Z</dcterms:modified>
</cp:coreProperties>
</file>